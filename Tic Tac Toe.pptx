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3" r:id="rId4"/>
    <p:sldId id="264" r:id="rId5"/>
    <p:sldId id="258" r:id="rId6"/>
    <p:sldId id="265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70" d="100"/>
          <a:sy n="70" d="100"/>
        </p:scale>
        <p:origin x="4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88DE2E-7947-43A8-8DF3-D2DC82B6742B}" type="datetimeFigureOut">
              <a:rPr lang="fr-FR" smtClean="0"/>
              <a:t>30/10/2024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6658F0-96F9-4136-9C8F-F04457CD46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0634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10/30/2024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10/30/2024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10/30/2024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10/30/2024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10/30/2024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10/30/2024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607E32-D929-C240-D5F0-CC4BB2481E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10707" y="282296"/>
            <a:ext cx="3659645" cy="1049061"/>
          </a:xfrm>
        </p:spPr>
        <p:txBody>
          <a:bodyPr/>
          <a:lstStyle/>
          <a:p>
            <a:r>
              <a:rPr lang="fr-FR"/>
              <a:t>Tic Tac Toe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EF1A871-6780-401A-5F4C-561E4935FB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0707" y="2705945"/>
            <a:ext cx="3338482" cy="3338482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106CEE03-4643-CB02-653A-236609BDB10A}"/>
              </a:ext>
            </a:extLst>
          </p:cNvPr>
          <p:cNvSpPr txBox="1"/>
          <p:nvPr/>
        </p:nvSpPr>
        <p:spPr>
          <a:xfrm>
            <a:off x="5042457" y="1364681"/>
            <a:ext cx="2904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with</a:t>
            </a:r>
            <a:r>
              <a:rPr lang="fr-FR" dirty="0"/>
              <a:t> Python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C4474E4-8884-26D0-EB7C-B17A0BED2C29}"/>
              </a:ext>
            </a:extLst>
          </p:cNvPr>
          <p:cNvSpPr txBox="1"/>
          <p:nvPr/>
        </p:nvSpPr>
        <p:spPr>
          <a:xfrm>
            <a:off x="3760902" y="1900633"/>
            <a:ext cx="4670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Mehmet </a:t>
            </a:r>
            <a:r>
              <a:rPr lang="en-US" dirty="0" err="1"/>
              <a:t>Yildiz</a:t>
            </a:r>
            <a:r>
              <a:rPr lang="en-US" dirty="0"/>
              <a:t>, </a:t>
            </a:r>
            <a:r>
              <a:rPr lang="en-US" dirty="0" err="1"/>
              <a:t>Mugire</a:t>
            </a:r>
            <a:r>
              <a:rPr lang="en-US" dirty="0"/>
              <a:t> Can, Yoël Settbon</a:t>
            </a:r>
            <a:endParaRPr lang="fr-FR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8CA409A3-5A7E-AC80-7425-3EFBFC5FD4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2446" y="6294010"/>
            <a:ext cx="2175003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967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968F71-B750-3D60-210F-AAE4913B4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Rappel des consignes du 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20C8DAC-323F-333C-B71E-9D00D77E1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974668"/>
            <a:ext cx="7106599" cy="664522"/>
          </a:xfrm>
        </p:spPr>
        <p:txBody>
          <a:bodyPr/>
          <a:lstStyle/>
          <a:p>
            <a:r>
              <a:rPr lang="fr-FR" dirty="0"/>
              <a:t>Développer une version du morpion en utilisant Python</a:t>
            </a:r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3EA0C304-92DC-89C1-4943-D93DBBAC9190}"/>
              </a:ext>
            </a:extLst>
          </p:cNvPr>
          <p:cNvSpPr txBox="1">
            <a:spLocks/>
          </p:cNvSpPr>
          <p:nvPr/>
        </p:nvSpPr>
        <p:spPr>
          <a:xfrm>
            <a:off x="1393024" y="3852248"/>
            <a:ext cx="7106599" cy="6645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Présenter le projet à l’aide de slides</a:t>
            </a: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EE752410-E6B7-1057-6338-CFE7211EA7C2}"/>
              </a:ext>
            </a:extLst>
          </p:cNvPr>
          <p:cNvSpPr txBox="1">
            <a:spLocks/>
          </p:cNvSpPr>
          <p:nvPr/>
        </p:nvSpPr>
        <p:spPr>
          <a:xfrm>
            <a:off x="1619068" y="4729828"/>
            <a:ext cx="7106599" cy="6645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Travailler en équipe pour concevoir le programme</a:t>
            </a:r>
          </a:p>
        </p:txBody>
      </p:sp>
    </p:spTree>
    <p:extLst>
      <p:ext uri="{BB962C8B-B14F-4D97-AF65-F5344CB8AC3E}">
        <p14:creationId xmlns:p14="http://schemas.microsoft.com/office/powerpoint/2010/main" val="2200449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673D1572-83C8-BA44-36EB-661C611FA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3513" y="775289"/>
            <a:ext cx="3179127" cy="1172182"/>
          </a:xfrm>
        </p:spPr>
        <p:txBody>
          <a:bodyPr/>
          <a:lstStyle/>
          <a:p>
            <a:r>
              <a:rPr lang="fr-FR" dirty="0"/>
              <a:t>Règles du jeu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E6AE032-5757-6E7B-7F52-E738BC834715}"/>
              </a:ext>
            </a:extLst>
          </p:cNvPr>
          <p:cNvSpPr txBox="1"/>
          <p:nvPr/>
        </p:nvSpPr>
        <p:spPr>
          <a:xfrm>
            <a:off x="1141413" y="2551814"/>
            <a:ext cx="80982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3200" dirty="0"/>
              <a:t>Les joueurs placent alternativement X ou Y sur la grille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85EDDB7-9E53-B426-0265-AAAC222131F0}"/>
              </a:ext>
            </a:extLst>
          </p:cNvPr>
          <p:cNvSpPr txBox="1"/>
          <p:nvPr/>
        </p:nvSpPr>
        <p:spPr>
          <a:xfrm>
            <a:off x="1141413" y="3926958"/>
            <a:ext cx="80982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3200" dirty="0"/>
              <a:t>Le but est d’aligner trois symboles identiques horizontalement, verticalement, ou en diagonale</a:t>
            </a:r>
          </a:p>
        </p:txBody>
      </p:sp>
      <p:pic>
        <p:nvPicPr>
          <p:cNvPr id="9" name="Graphique 8" descr="Guide opérationnel avec un remplissage uni">
            <a:extLst>
              <a:ext uri="{FF2B5EF4-FFF2-40B4-BE49-F238E27FC236}">
                <a16:creationId xmlns:a16="http://schemas.microsoft.com/office/drawing/2014/main" id="{F9478CF9-151F-63B6-12C4-3CC3F447F7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41076" y="1080161"/>
            <a:ext cx="562437" cy="562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529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00783-BCF4-18AA-ABF8-B368427B1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45ABA70D-DE9B-64A9-7E49-62C3C4C7F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1055" y="368322"/>
            <a:ext cx="9905998" cy="1478570"/>
          </a:xfrm>
        </p:spPr>
        <p:txBody>
          <a:bodyPr/>
          <a:lstStyle/>
          <a:p>
            <a:r>
              <a:rPr lang="fr-FR" dirty="0"/>
              <a:t>Boucle de jeu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B973704-8554-4DFF-90FC-A03B20CE80FC}"/>
              </a:ext>
            </a:extLst>
          </p:cNvPr>
          <p:cNvSpPr txBox="1"/>
          <p:nvPr/>
        </p:nvSpPr>
        <p:spPr>
          <a:xfrm>
            <a:off x="1155774" y="2059287"/>
            <a:ext cx="8098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3200" dirty="0"/>
              <a:t>Le jeu dure jusqu’à 9 tours maximum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82BE16C-13B6-0BC9-F604-F1F883CA6C81}"/>
              </a:ext>
            </a:extLst>
          </p:cNvPr>
          <p:cNvSpPr txBox="1"/>
          <p:nvPr/>
        </p:nvSpPr>
        <p:spPr>
          <a:xfrm>
            <a:off x="1141413" y="4461192"/>
            <a:ext cx="80982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3200" dirty="0"/>
              <a:t>Les coups sont vérifiés par le programme, et la victoire ou l’égalité est déterminée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790F162-2255-455B-FBEF-E94C619BB4DF}"/>
              </a:ext>
            </a:extLst>
          </p:cNvPr>
          <p:cNvSpPr txBox="1"/>
          <p:nvPr/>
        </p:nvSpPr>
        <p:spPr>
          <a:xfrm>
            <a:off x="1141413" y="3260239"/>
            <a:ext cx="8098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3200" dirty="0"/>
              <a:t>Les joueurs jouent tour à tour</a:t>
            </a:r>
          </a:p>
        </p:txBody>
      </p:sp>
    </p:spTree>
    <p:extLst>
      <p:ext uri="{BB962C8B-B14F-4D97-AF65-F5344CB8AC3E}">
        <p14:creationId xmlns:p14="http://schemas.microsoft.com/office/powerpoint/2010/main" val="341825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91FFA3-ACD0-148A-625A-61E94B700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9335" y="690431"/>
            <a:ext cx="5719575" cy="926353"/>
          </a:xfrm>
        </p:spPr>
        <p:txBody>
          <a:bodyPr/>
          <a:lstStyle/>
          <a:p>
            <a:r>
              <a:rPr lang="fr-FR" dirty="0"/>
              <a:t>Répartition des tâches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B9B2CD62-8B08-95FF-CD88-139804B36E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9134" y="2053725"/>
            <a:ext cx="3196899" cy="685800"/>
          </a:xfrm>
        </p:spPr>
        <p:txBody>
          <a:bodyPr/>
          <a:lstStyle/>
          <a:p>
            <a:r>
              <a:rPr lang="fr-FR" dirty="0"/>
              <a:t>MUGIRE</a:t>
            </a:r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4F2C78C7-0DB0-0962-1C65-49470E8C7E9A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879134" y="3121096"/>
            <a:ext cx="1947996" cy="1088146"/>
          </a:xfrm>
        </p:spPr>
        <p:txBody>
          <a:bodyPr>
            <a:normAutofit/>
          </a:bodyPr>
          <a:lstStyle/>
          <a:p>
            <a:r>
              <a:rPr lang="fr-FR" sz="1600" dirty="0"/>
              <a:t>Création de la liste</a:t>
            </a:r>
          </a:p>
          <a:p>
            <a:r>
              <a:rPr lang="fr-FR" sz="1600" dirty="0"/>
              <a:t>Création du tableau </a:t>
            </a:r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7E4C9DE7-6D1D-70CB-05D5-BF8E3C2A31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907131" y="2106195"/>
            <a:ext cx="2088773" cy="633330"/>
          </a:xfrm>
        </p:spPr>
        <p:txBody>
          <a:bodyPr/>
          <a:lstStyle/>
          <a:p>
            <a:r>
              <a:rPr lang="fr-FR" dirty="0" err="1"/>
              <a:t>mEHMET</a:t>
            </a:r>
            <a:endParaRPr lang="fr-FR" dirty="0"/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06E652DA-5909-D27C-B2EF-4B5D8157AC0E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3907131" y="3121096"/>
            <a:ext cx="2340246" cy="1230466"/>
          </a:xfrm>
        </p:spPr>
        <p:txBody>
          <a:bodyPr>
            <a:normAutofit/>
          </a:bodyPr>
          <a:lstStyle/>
          <a:p>
            <a:r>
              <a:rPr lang="fr-FR" sz="1600" dirty="0"/>
              <a:t>Conditions de victoire</a:t>
            </a:r>
          </a:p>
          <a:p>
            <a:r>
              <a:rPr lang="fr-FR" sz="1600" dirty="0"/>
              <a:t>Condition d’égalité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A4704D42-748E-1635-6F0C-024D4D91D6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23340" y="2079960"/>
            <a:ext cx="3194968" cy="685800"/>
          </a:xfrm>
        </p:spPr>
        <p:txBody>
          <a:bodyPr/>
          <a:lstStyle/>
          <a:p>
            <a:r>
              <a:rPr lang="fr-FR" dirty="0" err="1"/>
              <a:t>yoel</a:t>
            </a:r>
            <a:endParaRPr lang="fr-FR" dirty="0"/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3A9F0D0C-2C11-1081-CFCA-24B74A01927D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7023340" y="3121096"/>
            <a:ext cx="2340246" cy="1547059"/>
          </a:xfrm>
        </p:spPr>
        <p:txBody>
          <a:bodyPr>
            <a:normAutofit/>
          </a:bodyPr>
          <a:lstStyle/>
          <a:p>
            <a:r>
              <a:rPr lang="fr-FR" sz="1600" dirty="0"/>
              <a:t>Alternance des joueurs</a:t>
            </a:r>
          </a:p>
          <a:p>
            <a:r>
              <a:rPr lang="fr-FR" sz="1600" dirty="0"/>
              <a:t>Remplissage du tableau</a:t>
            </a:r>
          </a:p>
          <a:p>
            <a:r>
              <a:rPr lang="fr-FR" sz="1600" dirty="0"/>
              <a:t>Mouvements de l’IA</a:t>
            </a:r>
          </a:p>
        </p:txBody>
      </p:sp>
      <p:pic>
        <p:nvPicPr>
          <p:cNvPr id="4" name="Graphique 3" descr="Brainstorming de groupe avec un remplissage uni">
            <a:extLst>
              <a:ext uri="{FF2B5EF4-FFF2-40B4-BE49-F238E27FC236}">
                <a16:creationId xmlns:a16="http://schemas.microsoft.com/office/drawing/2014/main" id="{42385E69-A01A-6C60-CB39-AFD4FF92D2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04904" y="132134"/>
            <a:ext cx="1516380" cy="151638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6DD9673-16F8-4C86-5ED3-1C628620D1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134" y="4577598"/>
            <a:ext cx="2452929" cy="114532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808A7B21-FF2B-4452-94D4-8FC7BE066A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7131" y="4577598"/>
            <a:ext cx="2554029" cy="2084673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80B44349-1409-DF58-2FC5-B3CC0A39A7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3340" y="4577598"/>
            <a:ext cx="3782389" cy="482698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4690F282-74D6-191B-9C1C-CEE30D5133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23339" y="5308560"/>
            <a:ext cx="3782389" cy="996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903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A47F5-F9AA-2A37-AA9B-E2D423A35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FC416E-A50E-AEF9-43BE-1458F6CED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9712" y="506411"/>
            <a:ext cx="4486083" cy="1560258"/>
          </a:xfrm>
        </p:spPr>
        <p:txBody>
          <a:bodyPr/>
          <a:lstStyle/>
          <a:p>
            <a:r>
              <a:rPr lang="fr-FR" dirty="0"/>
              <a:t>Mutualisation du travail via git hub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D7DD2429-1781-E8CD-6E8D-28AA9606B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856" y="2764082"/>
            <a:ext cx="3043653" cy="2817628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4B1784C3-5331-BDD4-1568-36A36E644B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3327" y="4166932"/>
            <a:ext cx="6390836" cy="1193784"/>
          </a:xfrm>
          <a:prstGeom prst="rect">
            <a:avLst/>
          </a:prstGeom>
        </p:spPr>
      </p:pic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51E41A39-A2D6-1D34-99FD-49FC8CD241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5003327" y="1560106"/>
            <a:ext cx="6390836" cy="1606517"/>
          </a:xfrm>
        </p:spPr>
      </p:pic>
    </p:spTree>
    <p:extLst>
      <p:ext uri="{BB962C8B-B14F-4D97-AF65-F5344CB8AC3E}">
        <p14:creationId xmlns:p14="http://schemas.microsoft.com/office/powerpoint/2010/main" val="3206343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863A0006-9339-2B14-385D-013774CD6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2430" y="644899"/>
            <a:ext cx="4152900" cy="1034414"/>
          </a:xfrm>
        </p:spPr>
        <p:txBody>
          <a:bodyPr/>
          <a:lstStyle/>
          <a:p>
            <a:r>
              <a:rPr lang="fr-FR" cap="none" dirty="0"/>
              <a:t>Piste d’amélioration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01860CDA-337D-94C2-056B-EE470E780D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325433" y="1953785"/>
            <a:ext cx="4646602" cy="823912"/>
          </a:xfrm>
        </p:spPr>
        <p:txBody>
          <a:bodyPr/>
          <a:lstStyle/>
          <a:p>
            <a:r>
              <a:rPr lang="fr-FR" dirty="0"/>
              <a:t>Graphisme avec </a:t>
            </a:r>
            <a:r>
              <a:rPr lang="fr-FR" dirty="0" err="1"/>
              <a:t>tkinter</a:t>
            </a:r>
            <a:endParaRPr lang="fr-FR" dirty="0"/>
          </a:p>
        </p:txBody>
      </p:sp>
      <p:pic>
        <p:nvPicPr>
          <p:cNvPr id="13" name="Espace réservé du contenu 12">
            <a:extLst>
              <a:ext uri="{FF2B5EF4-FFF2-40B4-BE49-F238E27FC236}">
                <a16:creationId xmlns:a16="http://schemas.microsoft.com/office/drawing/2014/main" id="{8A98DF1E-04BE-F58F-51F3-20AC1D7C2EDD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4764000" y="3326642"/>
            <a:ext cx="2664000" cy="2710116"/>
          </a:xfrm>
        </p:spPr>
      </p:pic>
    </p:spTree>
    <p:extLst>
      <p:ext uri="{BB962C8B-B14F-4D97-AF65-F5344CB8AC3E}">
        <p14:creationId xmlns:p14="http://schemas.microsoft.com/office/powerpoint/2010/main" val="2206406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76AE14-7301-7BD7-F04E-7664F2959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5321" y="790352"/>
            <a:ext cx="3264890" cy="707055"/>
          </a:xfrm>
        </p:spPr>
        <p:txBody>
          <a:bodyPr/>
          <a:lstStyle/>
          <a:p>
            <a:r>
              <a:rPr lang="fr-FR" dirty="0"/>
              <a:t>Place au jeu !</a:t>
            </a:r>
          </a:p>
        </p:txBody>
      </p:sp>
      <p:pic>
        <p:nvPicPr>
          <p:cNvPr id="9" name="Espace réservé du contenu 8">
            <a:extLst>
              <a:ext uri="{FF2B5EF4-FFF2-40B4-BE49-F238E27FC236}">
                <a16:creationId xmlns:a16="http://schemas.microsoft.com/office/drawing/2014/main" id="{F2317CC9-2535-2A9B-C2F0-FA5DC36102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60659" y="2083345"/>
            <a:ext cx="5208722" cy="3910811"/>
          </a:xfrm>
        </p:spPr>
      </p:pic>
    </p:spTree>
    <p:extLst>
      <p:ext uri="{BB962C8B-B14F-4D97-AF65-F5344CB8AC3E}">
        <p14:creationId xmlns:p14="http://schemas.microsoft.com/office/powerpoint/2010/main" val="64938087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erre givré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30F4E9A-5F62-4E4D-BF68-763119A09944}">
  <we:reference id="wa200005566" version="3.0.0.2" store="fr-FR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1178</TotalTime>
  <Words>141</Words>
  <Application>Microsoft Office PowerPoint</Application>
  <PresentationFormat>Grand écran</PresentationFormat>
  <Paragraphs>29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Arial</vt:lpstr>
      <vt:lpstr>Calibri</vt:lpstr>
      <vt:lpstr>Tw Cen MT</vt:lpstr>
      <vt:lpstr>Circuit</vt:lpstr>
      <vt:lpstr>Tic Tac Toe</vt:lpstr>
      <vt:lpstr>Rappel des consignes du projet</vt:lpstr>
      <vt:lpstr>Règles du jeu</vt:lpstr>
      <vt:lpstr>Boucle de jeu</vt:lpstr>
      <vt:lpstr>Répartition des tâches</vt:lpstr>
      <vt:lpstr>Mutualisation du travail via git hub</vt:lpstr>
      <vt:lpstr>Piste d’amélioration</vt:lpstr>
      <vt:lpstr>Place au jeu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Yoël Settbon</dc:creator>
  <cp:lastModifiedBy>Yoël Settbon</cp:lastModifiedBy>
  <cp:revision>8</cp:revision>
  <dcterms:created xsi:type="dcterms:W3CDTF">2024-10-28T11:48:29Z</dcterms:created>
  <dcterms:modified xsi:type="dcterms:W3CDTF">2024-10-30T13:38:20Z</dcterms:modified>
</cp:coreProperties>
</file>